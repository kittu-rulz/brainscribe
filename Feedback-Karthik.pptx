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FC480-2198-46BB-B13D-51AD842A7386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BBCC1-A75A-4696-89CC-A6ABFA197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961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BBCC1-A75A-4696-89CC-A6ABFA197A1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385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0D7FC-629D-CF8D-F878-2797B7915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6C0C1-F81D-E239-FB8E-63045527B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601A1-31C3-EE75-18D6-1DA55BE0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B685-14FE-4562-88FA-4C868334B7C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2B0B4-BE5D-2438-27B4-6BA5FF355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28A6A-51C9-EF69-2082-2428D8AA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C0BE4-6448-4E4E-BB7E-5347B4FFD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906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AECB-9885-BBB0-AE9A-8D12EB641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33426-958C-FDD1-7F53-66CFB528C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38510-FAB8-5333-B818-EDA490D8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B685-14FE-4562-88FA-4C868334B7C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872DB-286E-E073-2704-D3EF19FEB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4BB5C-6947-FCD6-5DFC-457CABB5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C0BE4-6448-4E4E-BB7E-5347B4FFD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56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A8DC2-4DAE-348C-CD25-62C897AB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2C933-3F40-3396-D5B9-DE399C856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3D997-62A3-00D6-C1F4-FFC0748A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B685-14FE-4562-88FA-4C868334B7C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4ACE1-A3C1-571B-59BA-E487F0900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0501C-2581-C56B-0D67-F75DACA7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C0BE4-6448-4E4E-BB7E-5347B4FFD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92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2A046-8C7A-8EF3-1638-DE099952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F5978-F646-ABB3-7D25-B15AF15A7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595AB-4FA4-DA55-35DE-106B1B6E0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EA519-4CE0-A40E-A28A-11C4E953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B685-14FE-4562-88FA-4C868334B7C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8B62E-C763-7386-7190-B22D24DE7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18B00-3AEE-A92D-9FC7-754FEA539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C0BE4-6448-4E4E-BB7E-5347B4FFD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930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11BE4-C51C-1783-8D46-ECC06E1BD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845B7-DB0C-7E72-4C50-5C7244823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EFFD4-C818-B924-83DC-9B08B62B5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801703-9858-5527-9129-D515995FF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677B78-177E-F78F-77E9-5C1487F53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ED0DF6-BA3F-BDE2-5D82-C6CED0D7C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B685-14FE-4562-88FA-4C868334B7C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11D46-8746-E489-B249-C9B7D0DF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1B4C34-651A-CB27-9116-7263971C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C0BE4-6448-4E4E-BB7E-5347B4FFD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190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2477-1D7B-0D7A-9E1B-82829E03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7362B-8117-1B45-97F3-7AC8A675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B685-14FE-4562-88FA-4C868334B7C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F5FDC-0303-15DB-6EF8-1B5B40224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1E40F-4572-D079-3EF7-F4C0E859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C0BE4-6448-4E4E-BB7E-5347B4FFD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815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D38885-26D7-F4B4-051D-215EEF30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B685-14FE-4562-88FA-4C868334B7C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C43AC7-3B02-5DD8-FF09-50BBD2BA6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F8872-A415-12F0-7820-73E89FF3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C0BE4-6448-4E4E-BB7E-5347B4FFD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77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8D236-F420-1C89-4002-46EF27A7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B25AB-D38D-2EA0-F76B-C5BDF45D9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BFA54-B09A-A579-25F7-9BCA1873D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2831C-BF0C-F2AC-C992-5391750E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B685-14FE-4562-88FA-4C868334B7C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EA6EB-542B-3C87-0504-17F2ECCB7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52E44-5B0A-950D-FB96-233FE725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C0BE4-6448-4E4E-BB7E-5347B4FFD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12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4AC6-0EEB-8E1A-C206-5AA5371D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3B91A-739C-826F-29CA-FEF8A467E5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95E64-DB26-A4D9-57C9-D4AC276BB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8B1C8-8144-F3D2-3880-F38F650A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B685-14FE-4562-88FA-4C868334B7C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B3092-285F-2095-9226-F2C11E71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BECE6-A09C-753A-D075-0F8F6D8EA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C0BE4-6448-4E4E-BB7E-5347B4FFD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31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A79B-E01C-F246-B7A7-BBE37372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BE677-0183-7672-7F24-DE55F05C6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FACF5-F5F7-F576-2DB5-E32CF70D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B685-14FE-4562-88FA-4C868334B7C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EC244-3238-8EBF-BE9B-434A5D818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07768-E6D7-11A4-502A-B4151906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C0BE4-6448-4E4E-BB7E-5347B4FFD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2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D94F1E-995A-4511-0715-262B46EEA7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C66A0-3B30-06D5-4D72-89FB79CDA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CC983-5ACD-0AF2-4EEF-66FDB69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B685-14FE-4562-88FA-4C868334B7C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B9B45-EB57-6EB5-77B4-72E7A0CAB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03F4B-9A3A-7B63-65EA-97C3E8CC1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C0BE4-6448-4E4E-BB7E-5347B4FFD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3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637FB2-5982-C165-FE8C-2EB94CD68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83125-AF66-E1B5-CBD6-18A7422BB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578E3-15E7-931B-AE65-D2BB37037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9B685-14FE-4562-88FA-4C868334B7C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34528-8421-5C0D-F778-4921C7C97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B39FC-30B2-EF5A-CD56-B8102E3E9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C0BE4-6448-4E4E-BB7E-5347B4FFD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04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ainscribe.co.in/services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ainscribe.co.i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brainscribe.co.in/service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C2A042-3F52-B13B-6152-A3AECA63C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338"/>
            <a:ext cx="9144000" cy="3889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About Us page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AC394-D52C-6B5A-2444-BCE002302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1462087"/>
            <a:ext cx="5905500" cy="3933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F665E3-115D-1872-9D66-8152FA43F9C5}"/>
              </a:ext>
            </a:extLst>
          </p:cNvPr>
          <p:cNvSpPr txBox="1"/>
          <p:nvPr/>
        </p:nvSpPr>
        <p:spPr>
          <a:xfrm>
            <a:off x="8153401" y="1781175"/>
            <a:ext cx="3067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 the marked area. We are mentioning it too many times and at too many places.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4D7762-AB0C-BB66-F681-ACC0B8940239}"/>
              </a:ext>
            </a:extLst>
          </p:cNvPr>
          <p:cNvSpPr txBox="1"/>
          <p:nvPr/>
        </p:nvSpPr>
        <p:spPr>
          <a:xfrm>
            <a:off x="0" y="0"/>
            <a:ext cx="306705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85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848D5-F4A3-3940-6B9E-F697218F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0E384F-FA06-FDC7-CF3F-9A740C44C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338"/>
            <a:ext cx="9144000" cy="3889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About Us page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3A07D8-FFF7-65D1-E050-ACA1859517AF}"/>
              </a:ext>
            </a:extLst>
          </p:cNvPr>
          <p:cNvSpPr txBox="1"/>
          <p:nvPr/>
        </p:nvSpPr>
        <p:spPr>
          <a:xfrm>
            <a:off x="8153401" y="1781175"/>
            <a:ext cx="3067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Either add two more boxes with write up from ChatGPT. Or make it 4, 2 on single row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6517C-757F-97D1-5E4D-925C15EC7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1147178"/>
            <a:ext cx="7872413" cy="28340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EF1C37-D6B5-0E46-E972-3A554D9DD71B}"/>
              </a:ext>
            </a:extLst>
          </p:cNvPr>
          <p:cNvSpPr txBox="1"/>
          <p:nvPr/>
        </p:nvSpPr>
        <p:spPr>
          <a:xfrm>
            <a:off x="0" y="0"/>
            <a:ext cx="306705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90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44240-2CD9-C15A-B0D0-AF00C3AD4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50FDEA0-CC09-2D0B-DE87-400C36021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91212"/>
            <a:ext cx="9144000" cy="3889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Services page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20FCA-7B6C-FC43-F4B8-5F2A2C7899B9}"/>
              </a:ext>
            </a:extLst>
          </p:cNvPr>
          <p:cNvSpPr txBox="1"/>
          <p:nvPr/>
        </p:nvSpPr>
        <p:spPr>
          <a:xfrm>
            <a:off x="8153401" y="2162175"/>
            <a:ext cx="30670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would prefer all sections appearing in one go, one below the other.</a:t>
            </a:r>
          </a:p>
          <a:p>
            <a:endParaRPr lang="en-US" dirty="0"/>
          </a:p>
          <a:p>
            <a:r>
              <a:rPr lang="en-US" dirty="0"/>
              <a:t>Though this looks fantastic on desktop, it looks odd on Mobile.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AFAB8-E966-3DD7-4538-8228A141C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2" y="2485145"/>
            <a:ext cx="7496175" cy="38498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D302EF-7C4E-DB53-B131-F81DC213A1B6}"/>
              </a:ext>
            </a:extLst>
          </p:cNvPr>
          <p:cNvSpPr txBox="1"/>
          <p:nvPr/>
        </p:nvSpPr>
        <p:spPr>
          <a:xfrm>
            <a:off x="8153401" y="4464503"/>
            <a:ext cx="3067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pictures used are not very relevant. E.g. the attached does not represent the coding. Rather the pic used for “Hosting” is about coding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539C3D-5872-294A-B01E-D6DF17D0A9C1}"/>
              </a:ext>
            </a:extLst>
          </p:cNvPr>
          <p:cNvSpPr txBox="1"/>
          <p:nvPr/>
        </p:nvSpPr>
        <p:spPr>
          <a:xfrm>
            <a:off x="0" y="0"/>
            <a:ext cx="306705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DONE.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6269A-1557-BE82-C7E4-C7315B797A2D}"/>
              </a:ext>
            </a:extLst>
          </p:cNvPr>
          <p:cNvSpPr txBox="1"/>
          <p:nvPr/>
        </p:nvSpPr>
        <p:spPr>
          <a:xfrm>
            <a:off x="-1" y="369332"/>
            <a:ext cx="8447315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trike="sngStrike" dirty="0">
                <a:solidFill>
                  <a:srgbClr val="FF0000"/>
                </a:solidFill>
              </a:rPr>
              <a:t>Note: I have retained the same layout on desktop. On mobile devices the cards will stack up one after the other.</a:t>
            </a:r>
            <a:endParaRPr lang="en-IN" strike="sngStrike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9F372-88BE-847A-0F4F-38ACE7BACE16}"/>
              </a:ext>
            </a:extLst>
          </p:cNvPr>
          <p:cNvSpPr txBox="1"/>
          <p:nvPr/>
        </p:nvSpPr>
        <p:spPr>
          <a:xfrm>
            <a:off x="-1" y="1018619"/>
            <a:ext cx="1151708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This layout is not applicable currently as the feedback on slide 7 requests to take more writeup from </a:t>
            </a:r>
            <a:r>
              <a:rPr lang="en-IN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https://www.brainscribe.co.in/services.</a:t>
            </a:r>
            <a:r>
              <a:rPr lang="en-IN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html</a:t>
            </a:r>
            <a:r>
              <a:rPr lang="en-IN" dirty="0">
                <a:solidFill>
                  <a:srgbClr val="FF0000"/>
                </a:solidFill>
              </a:rPr>
              <a:t>. Please see slide 7 for more details.</a:t>
            </a:r>
          </a:p>
        </p:txBody>
      </p:sp>
    </p:spTree>
    <p:extLst>
      <p:ext uri="{BB962C8B-B14F-4D97-AF65-F5344CB8AC3E}">
        <p14:creationId xmlns:p14="http://schemas.microsoft.com/office/powerpoint/2010/main" val="426687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3FE28-189A-977C-5E62-F60A0A0E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5922F8-9888-D1CE-DFAF-556BC5A5B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338"/>
            <a:ext cx="9144000" cy="3889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Contact Us page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EBFAD-D71E-4B75-F27B-F1E7272B2360}"/>
              </a:ext>
            </a:extLst>
          </p:cNvPr>
          <p:cNvSpPr txBox="1"/>
          <p:nvPr/>
        </p:nvSpPr>
        <p:spPr>
          <a:xfrm>
            <a:off x="8153401" y="2532290"/>
            <a:ext cx="3067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Please remove this card completely.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F7C62-7D5A-A1E5-3F96-E5E09F2E4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719" y="1781175"/>
            <a:ext cx="3603464" cy="47053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37F48C-C04A-9338-473B-08569078141A}"/>
              </a:ext>
            </a:extLst>
          </p:cNvPr>
          <p:cNvSpPr txBox="1"/>
          <p:nvPr/>
        </p:nvSpPr>
        <p:spPr>
          <a:xfrm>
            <a:off x="0" y="0"/>
            <a:ext cx="306705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094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0DBC0-A508-512F-8E24-4FF283622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41F102-4C56-764A-CFC4-93154F0F8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338"/>
            <a:ext cx="9144000" cy="3889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Footer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4F8D2-7C3B-1DD3-B611-1A1A062BCF7D}"/>
              </a:ext>
            </a:extLst>
          </p:cNvPr>
          <p:cNvSpPr txBox="1"/>
          <p:nvPr/>
        </p:nvSpPr>
        <p:spPr>
          <a:xfrm>
            <a:off x="5495926" y="1965841"/>
            <a:ext cx="3067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Please remove these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6ACAE8-E82B-C46E-8F08-BC42CD738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87" y="1241941"/>
            <a:ext cx="1971675" cy="723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96E6DF-6F2A-BF85-3F61-42449D05E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824" y="2250519"/>
            <a:ext cx="1676400" cy="56197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5048BD-6ECD-BE38-4DB7-B099216E7678}"/>
              </a:ext>
            </a:extLst>
          </p:cNvPr>
          <p:cNvCxnSpPr/>
          <p:nvPr/>
        </p:nvCxnSpPr>
        <p:spPr>
          <a:xfrm>
            <a:off x="2124075" y="3238500"/>
            <a:ext cx="78676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B625F89-ABFD-2CB1-9F04-2118731A228C}"/>
              </a:ext>
            </a:extLst>
          </p:cNvPr>
          <p:cNvSpPr txBox="1"/>
          <p:nvPr/>
        </p:nvSpPr>
        <p:spPr>
          <a:xfrm>
            <a:off x="2790824" y="3715821"/>
            <a:ext cx="3067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EOD today, I would provide you the Privacy Policy and </a:t>
            </a:r>
            <a:r>
              <a:rPr lang="en-US" dirty="0" err="1"/>
              <a:t>TnC</a:t>
            </a:r>
            <a:r>
              <a:rPr lang="en-US" dirty="0"/>
              <a:t> which we need to add to here.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687BB4C-7E67-B2DB-D8E5-1A3D56A5D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434" y="3963560"/>
            <a:ext cx="4133850" cy="3524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256EED-1E86-2282-AA09-35435EDF1A1B}"/>
              </a:ext>
            </a:extLst>
          </p:cNvPr>
          <p:cNvSpPr txBox="1"/>
          <p:nvPr/>
        </p:nvSpPr>
        <p:spPr>
          <a:xfrm>
            <a:off x="0" y="0"/>
            <a:ext cx="306705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DONE.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317AB-D980-098F-4E26-722364B3976C}"/>
              </a:ext>
            </a:extLst>
          </p:cNvPr>
          <p:cNvSpPr txBox="1"/>
          <p:nvPr/>
        </p:nvSpPr>
        <p:spPr>
          <a:xfrm>
            <a:off x="0" y="3770440"/>
            <a:ext cx="2643187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Added the Privacy Policy and Terms and Conditions pages and linked.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64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F4CBF6-CA1C-0D75-A332-300262EEB938}"/>
              </a:ext>
            </a:extLst>
          </p:cNvPr>
          <p:cNvSpPr txBox="1"/>
          <p:nvPr/>
        </p:nvSpPr>
        <p:spPr>
          <a:xfrm>
            <a:off x="3048000" y="39227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On About Us page, under "Why Choose Us" Remove Pune </a:t>
            </a:r>
            <a:r>
              <a:rPr lang="en-US" dirty="0"/>
              <a:t>and Add the 3 below. You can copy and paste from </a:t>
            </a:r>
            <a:r>
              <a:rPr lang="en-US" dirty="0">
                <a:hlinkClick r:id="rId3"/>
              </a:rPr>
              <a:t>https://www.brainscribe.co.in</a:t>
            </a:r>
            <a:r>
              <a:rPr lang="en-US" dirty="0"/>
              <a:t>  Home Page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CF7D0A-5408-BED8-B7E6-BD0FF7C55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969" y="1745516"/>
            <a:ext cx="5630061" cy="40201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3818BD-1C16-1293-EA7B-6F7F5D4F304C}"/>
              </a:ext>
            </a:extLst>
          </p:cNvPr>
          <p:cNvSpPr txBox="1"/>
          <p:nvPr/>
        </p:nvSpPr>
        <p:spPr>
          <a:xfrm>
            <a:off x="0" y="0"/>
            <a:ext cx="306705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1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1E308-A9E7-81A4-1FE9-5AD9C7F04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C0ACEA-A3F1-F505-E49F-B7CC5D01CCFF}"/>
              </a:ext>
            </a:extLst>
          </p:cNvPr>
          <p:cNvSpPr txBox="1"/>
          <p:nvPr/>
        </p:nvSpPr>
        <p:spPr>
          <a:xfrm>
            <a:off x="838200" y="1842427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"Services" page I would strongly prefer the writeups from </a:t>
            </a:r>
            <a:r>
              <a:rPr lang="en-IN" dirty="0">
                <a:hlinkClick r:id="rId2"/>
              </a:rPr>
              <a:t>https://www.brainscribe.co.in/services.html</a:t>
            </a:r>
            <a:r>
              <a:rPr lang="en-IN" dirty="0"/>
              <a:t> as an example. </a:t>
            </a:r>
            <a:r>
              <a:rPr lang="en-US" dirty="0"/>
              <a:t>This is really important and it explains in detail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34AE53-50FC-18BD-CAE3-2F5EAD530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43" y="2666236"/>
            <a:ext cx="4609284" cy="40510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BCBA6A-1EBE-7648-EE3D-9E16B9A2B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064" y="2933401"/>
            <a:ext cx="3793355" cy="22974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708B1C-9F44-37AD-9B1F-05130965F010}"/>
              </a:ext>
            </a:extLst>
          </p:cNvPr>
          <p:cNvSpPr txBox="1"/>
          <p:nvPr/>
        </p:nvSpPr>
        <p:spPr>
          <a:xfrm>
            <a:off x="0" y="0"/>
            <a:ext cx="306705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DONE.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1D079-A555-6D0C-4D71-3C3C5A242996}"/>
              </a:ext>
            </a:extLst>
          </p:cNvPr>
          <p:cNvSpPr txBox="1"/>
          <p:nvPr/>
        </p:nvSpPr>
        <p:spPr>
          <a:xfrm>
            <a:off x="-1" y="369332"/>
            <a:ext cx="11517087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Designed a Services Overview page with all six offerings at a glance. Designed dedicated pages for each service for full scope, delivery model, and engagement details. This is accounts for better UX, SEO, and reduced information overload.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504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352</Words>
  <Application>Microsoft Office PowerPoint</Application>
  <PresentationFormat>Widescreen</PresentationFormat>
  <Paragraphs>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Abhinandan Khatawane</dc:creator>
  <cp:lastModifiedBy>Karthik</cp:lastModifiedBy>
  <cp:revision>8</cp:revision>
  <dcterms:created xsi:type="dcterms:W3CDTF">2026-03-01T02:27:26Z</dcterms:created>
  <dcterms:modified xsi:type="dcterms:W3CDTF">2026-03-01T16:42:42Z</dcterms:modified>
</cp:coreProperties>
</file>